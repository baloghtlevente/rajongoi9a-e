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78" r:id="rId7"/>
    <p:sldId id="258" r:id="rId8"/>
    <p:sldId id="279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592" y="20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HTML: Az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alap</a:t>
            </a:r>
            <a:r>
              <a:rPr lang="en-US" dirty="0"/>
              <a:t> </a:t>
            </a:r>
            <a:r>
              <a:rPr lang="en-US" dirty="0" err="1"/>
              <a:t>struktúrájához</a:t>
            </a:r>
            <a:endParaRPr lang="en-US" dirty="0"/>
          </a:p>
          <a:p>
            <a:r>
              <a:rPr lang="en-US" dirty="0"/>
              <a:t>CSS: Az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designhoz</a:t>
            </a:r>
            <a:br>
              <a:rPr lang="en-US" dirty="0"/>
            </a:br>
            <a:r>
              <a:rPr lang="en-US" dirty="0"/>
              <a:t>JS: A quiz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logikája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eszközök</a:t>
            </a:r>
            <a:r>
              <a:rPr lang="en-US" dirty="0"/>
              <a:t> </a:t>
            </a:r>
            <a:r>
              <a:rPr lang="en-US" dirty="0" err="1"/>
              <a:t>oldalon</a:t>
            </a:r>
            <a:r>
              <a:rPr lang="en-US" dirty="0"/>
              <a:t> </a:t>
            </a:r>
            <a:r>
              <a:rPr lang="en-US" dirty="0" err="1"/>
              <a:t>tabok</a:t>
            </a:r>
            <a:br>
              <a:rPr lang="en-US" dirty="0"/>
            </a:br>
            <a:r>
              <a:rPr lang="en-US" dirty="0"/>
              <a:t>BS5: </a:t>
            </a:r>
            <a:r>
              <a:rPr lang="en-US" dirty="0" err="1"/>
              <a:t>Elrendezés</a:t>
            </a:r>
            <a:r>
              <a:rPr lang="en-US" dirty="0"/>
              <a:t>, </a:t>
            </a:r>
            <a:r>
              <a:rPr lang="en-US" dirty="0" err="1"/>
              <a:t>Elemek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Mind </a:t>
            </a:r>
            <a:r>
              <a:rPr lang="en-US" dirty="0" err="1"/>
              <a:t>ketten</a:t>
            </a:r>
            <a:r>
              <a:rPr lang="en-US" dirty="0"/>
              <a:t> </a:t>
            </a:r>
            <a:r>
              <a:rPr lang="en-US" dirty="0" err="1"/>
              <a:t>játsszuk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Szeretjük</a:t>
            </a:r>
            <a:r>
              <a:rPr lang="en-US" dirty="0"/>
              <a:t> a </a:t>
            </a:r>
            <a:r>
              <a:rPr lang="en-US" dirty="0" err="1"/>
              <a:t>horrort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Akár</a:t>
            </a:r>
            <a:r>
              <a:rPr lang="en-US" dirty="0"/>
              <a:t> </a:t>
            </a:r>
            <a:r>
              <a:rPr lang="en-US" dirty="0" err="1"/>
              <a:t>órákig</a:t>
            </a:r>
            <a:r>
              <a:rPr lang="en-US" dirty="0"/>
              <a:t> is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játszani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</a:t>
            </a:r>
            <a:r>
              <a:rPr lang="en-US" dirty="0" err="1"/>
              <a:t>játék</a:t>
            </a:r>
            <a:r>
              <a:rPr lang="en-US" dirty="0"/>
              <a:t> </a:t>
            </a:r>
            <a:r>
              <a:rPr lang="en-US" dirty="0" err="1"/>
              <a:t>logója</a:t>
            </a:r>
            <a:r>
              <a:rPr lang="en-US" dirty="0"/>
              <a:t> a brand </a:t>
            </a:r>
            <a:r>
              <a:rPr lang="en-US" dirty="0" err="1"/>
              <a:t>helyén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Szellemeknél</a:t>
            </a:r>
            <a:r>
              <a:rPr lang="en-US" dirty="0"/>
              <a:t>, </a:t>
            </a:r>
            <a:r>
              <a:rPr lang="en-US" dirty="0" err="1"/>
              <a:t>eszköz</a:t>
            </a:r>
            <a:r>
              <a:rPr lang="en-US" dirty="0"/>
              <a:t> </a:t>
            </a:r>
            <a:r>
              <a:rPr lang="en-US" dirty="0" err="1"/>
              <a:t>kártyáknál</a:t>
            </a:r>
            <a:r>
              <a:rPr lang="en-US" dirty="0"/>
              <a:t>, </a:t>
            </a:r>
            <a:r>
              <a:rPr lang="en-US" dirty="0" err="1"/>
              <a:t>pályáknál</a:t>
            </a:r>
            <a:r>
              <a:rPr lang="en-US" dirty="0"/>
              <a:t>, </a:t>
            </a:r>
            <a:r>
              <a:rPr lang="en-US" dirty="0" err="1"/>
              <a:t>játékmódoknál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53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b="1" u="sng" dirty="0" err="1"/>
              <a:t>PHASmOPHOBIA</a:t>
            </a:r>
            <a:br>
              <a:rPr lang="en-US" dirty="0"/>
            </a:br>
            <a:r>
              <a:rPr lang="en-US" sz="2400" dirty="0" err="1"/>
              <a:t>Rajongói</a:t>
            </a:r>
            <a:r>
              <a:rPr lang="en-US" sz="2400" dirty="0"/>
              <a:t> </a:t>
            </a:r>
            <a:r>
              <a:rPr lang="en-US" sz="2400" dirty="0" err="1"/>
              <a:t>oldal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 err="1"/>
              <a:t>Használt</a:t>
            </a:r>
            <a:r>
              <a:rPr lang="en-US" dirty="0"/>
              <a:t> </a:t>
            </a:r>
            <a:r>
              <a:rPr lang="en-US" dirty="0" err="1"/>
              <a:t>technikák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Bootstrap 5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95209"/>
            <a:ext cx="4179570" cy="1667582"/>
          </a:xfrm>
        </p:spPr>
        <p:txBody>
          <a:bodyPr/>
          <a:lstStyle/>
          <a:p>
            <a:r>
              <a:rPr lang="en-US" dirty="0"/>
              <a:t>MIÉRT VÁLASZTOTTUK </a:t>
            </a:r>
            <a:r>
              <a:rPr lang="en-US" dirty="0" err="1"/>
              <a:t>EzT</a:t>
            </a:r>
            <a:r>
              <a:rPr lang="en-US" dirty="0"/>
              <a:t> A TÉMÁT?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MENÜRENDSZER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Bootstrap </a:t>
            </a:r>
            <a:r>
              <a:rPr lang="en-US" b="0" dirty="0" err="1"/>
              <a:t>Navigáció</a:t>
            </a:r>
            <a:r>
              <a:rPr lang="en-US" b="0" dirty="0"/>
              <a:t> </a:t>
            </a:r>
            <a:r>
              <a:rPr lang="en-US" b="0" dirty="0" err="1"/>
              <a:t>osztályok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Játék</a:t>
            </a:r>
            <a:r>
              <a:rPr lang="en-US" b="0" dirty="0"/>
              <a:t> logo a brand </a:t>
            </a:r>
            <a:r>
              <a:rPr lang="en-US" b="0" dirty="0" err="1"/>
              <a:t>helyen</a:t>
            </a:r>
            <a:endParaRPr lang="en-US" b="0" dirty="0"/>
          </a:p>
          <a:p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69EF8-96D2-B7F8-6B06-AC27F9E2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34" y="4895385"/>
            <a:ext cx="11949931" cy="53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9730-329D-5EBC-19BB-506D4D5FB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1130" y="365125"/>
            <a:ext cx="3846787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Bootstrap grid</a:t>
            </a:r>
          </a:p>
        </p:txBody>
      </p:sp>
      <p:pic>
        <p:nvPicPr>
          <p:cNvPr id="4" name="Picture 3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3B5E01CE-DDE7-A009-EAC1-6103678D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230" y="2617076"/>
            <a:ext cx="8661539" cy="35945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209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 err="1"/>
              <a:t>Köszönjük</a:t>
            </a:r>
            <a:r>
              <a:rPr lang="en-US" dirty="0"/>
              <a:t> a </a:t>
            </a:r>
            <a:r>
              <a:rPr lang="en-US" dirty="0" err="1"/>
              <a:t>figyelmet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5349766"/>
            <a:ext cx="4179570" cy="738518"/>
          </a:xfrm>
        </p:spPr>
        <p:txBody>
          <a:bodyPr>
            <a:noAutofit/>
          </a:bodyPr>
          <a:lstStyle/>
          <a:p>
            <a:r>
              <a:rPr lang="en-US" i="1" dirty="0" err="1"/>
              <a:t>Készítette</a:t>
            </a:r>
            <a:r>
              <a:rPr lang="en-US" i="1" dirty="0"/>
              <a:t>:</a:t>
            </a:r>
            <a:br>
              <a:rPr lang="en-US" i="1" dirty="0"/>
            </a:br>
            <a:r>
              <a:rPr lang="en-US" i="1" dirty="0"/>
              <a:t>Balogh-Tatai Levente</a:t>
            </a:r>
          </a:p>
          <a:p>
            <a:r>
              <a:rPr lang="en-US" i="1" dirty="0"/>
              <a:t>Kóródi Olivér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18</TotalTime>
  <Words>104</Words>
  <Application>Microsoft Macintosh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PHASmOPHOBIA Rajongói oldal</vt:lpstr>
      <vt:lpstr>Használt technikák</vt:lpstr>
      <vt:lpstr>MIÉRT VÁLASZTOTTUK EzT A TÉMÁT?</vt:lpstr>
      <vt:lpstr>MENÜRENDSZER</vt:lpstr>
      <vt:lpstr>Bootstrap grid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2026-02-22T19:30:47Z</dcterms:created>
  <dcterms:modified xsi:type="dcterms:W3CDTF">2026-02-22T19:49:41Z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